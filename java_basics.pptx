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8" r:id="rId7"/>
    <p:sldId id="270" r:id="rId8"/>
    <p:sldId id="267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7D45-D79E-4176-A4AC-A2417850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3EF37-F12E-0160-C733-E91622CEE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6543F-C2B9-14F0-A496-E136E8011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F290B-FAA4-44D8-A66E-D3010A5C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3704-91B9-1261-6400-8F1211D6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9673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79A8B-BF48-C82E-B239-7F0776AE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8CD84-7147-E99F-9034-D804C2F48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3A6DB-6D8F-0E36-1DB1-CD2313F1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7494-F962-C6F4-17F5-BF6794ED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424A-9F1B-AB4B-8D30-77AD4289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3981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A5CC-3743-CEC6-1E37-D73E53541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856C0-5254-C7AD-FC65-7989A1FC4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DB208-197B-1894-E99D-25117B4F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86492-BFE1-6A15-B3E7-F41648BE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8F896-26E3-8FFC-78A4-3A35AD57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2935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A3415-A823-18F1-AC54-8CF3377C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78F4C-36F2-145B-F65A-BFBA81710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A9E7D-9C7B-EDDE-D71A-BFD7768D2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A7BB6-DADE-D583-D146-6599F286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F2C11-9252-8E28-C9F0-54B9B0A2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4B33B-AA1B-0CB7-5A99-1567656E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978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B46D-5896-221E-C526-87C25845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F83FC-E5EB-325D-49F7-294BC45AD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D4E61-AB68-F1CC-1C22-CD2E14A40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A8428-8C37-DC7D-661F-64B2934033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1BF909-0D99-80ED-3B66-71FAB4C52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60F77-38C5-C6B8-9760-BF2AC0D4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118F5-765E-A2D9-2ADB-596F4CA0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28F9F-0618-43DB-148A-5B4B35B1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9339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2582-AE69-DCFE-76AC-ED0E383D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38A96-3E0C-B55F-A054-18F1C43E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AA7BB-3F65-6C0D-D8B3-D3B7C1AA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BD8E-A0D6-379B-BDCE-51213108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287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CF276-8B47-34EF-9954-1750E6CE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222B2-B8D7-E88F-04FD-0B3314F52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A828A-C8EE-8F8D-6976-262BF737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570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BB7E-6B07-2832-74CF-DC6A357DD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8E7A-DBA6-7553-659C-78C786D0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25A5B-E8AA-D95C-69BA-576055A7D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44624-3C7B-1A9C-2973-17CA4908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A3EDF-20E9-228B-CF2A-6C216572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A35E2-513E-C02B-10A3-663E907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387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3987-4389-AEF3-7983-D965B9B8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914FA-6CF6-0A86-54C8-FF5F62F0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BBED6-CF04-456A-5250-EAC2DA2A9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DCB2C-579E-6606-4D48-7EE600AE5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58D6C-CF50-E178-F174-EF1686BF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CB2E0-39BB-0139-FB45-D4908EB9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46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2EE8-0E8C-BC60-5435-6059C1D21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9A130-3E8D-52CB-697A-F12FF289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CF06-C5A1-1FF8-9A78-FA54D347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64649-1F8E-C019-5B33-2A3B3DE8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28028-5C15-1CD7-80E6-84AEF40A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700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115B20-18AD-D5D0-44C3-4F9BA866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9A96A-587A-E104-BBCA-B8BAD73C1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49F07-C1FA-F877-9093-F04676F42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DACCA-F416-6EF4-2C3F-ED535B48D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9B9B8-CA73-4AC2-1066-6A20AF0C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97723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9E225-DE95-0C73-A09B-8CD06B4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35D7D-2DB3-DBF2-9C7C-EEDF1345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22547-120B-1FFD-0A8C-5E5FA8688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EF8F7-0A0C-4CB6-BA39-2F66DF48AEA6}" type="datetimeFigureOut">
              <a:rPr lang="en-IE" smtClean="0"/>
              <a:t>20/02/2024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112A6-5DED-3E2B-0C06-391127EBE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D2584-7FFB-6D1E-B2A2-0F2FC16C4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FB0E1-6542-4E9D-875A-384FA443887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2736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8B9A3-8393-5D2B-DB74-1B259014C0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Create project in IntelliJ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375344-4F42-B5ED-6700-6E6E5BB50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2195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C12AD0-A472-4D84-B9F6-3555D5FDC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366285"/>
            <a:ext cx="7468642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6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1CCDC7-97E0-4740-9264-93BC854DF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15" y="118600"/>
            <a:ext cx="7478169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1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94B0D9-3792-456F-BA08-57E1C9053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471" y="0"/>
            <a:ext cx="9681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7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1A6390-26D0-45E1-82A6-1F836283D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968" y="0"/>
            <a:ext cx="9656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5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ECA590-CD7F-4D69-A553-9C96A99E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39" y="490127"/>
            <a:ext cx="8059275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8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84AFE1-E060-4CBF-9F48-8823A54D6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1" y="329033"/>
            <a:ext cx="10679015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6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FFB3B3-89F8-49E9-82D8-FC0588687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9253727" cy="656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7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EA7C-EDA5-2164-B324-C5E29919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Rename the Class</a:t>
            </a:r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461DE-A5E5-4367-9540-AD74F0B82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1" y="1363044"/>
            <a:ext cx="7749298" cy="549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5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6FCBE8-3D35-4F35-80B5-13FA8A801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9272"/>
            <a:ext cx="12192000" cy="537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78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7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Create project in IntelliJ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Rename the Class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Saeid Rezaei (Umail)</dc:creator>
  <cp:lastModifiedBy>Saeid Rezaei</cp:lastModifiedBy>
  <cp:revision>7</cp:revision>
  <dcterms:created xsi:type="dcterms:W3CDTF">2024-02-19T20:36:17Z</dcterms:created>
  <dcterms:modified xsi:type="dcterms:W3CDTF">2024-02-20T13:41:38Z</dcterms:modified>
</cp:coreProperties>
</file>